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0"/>
            <a:ext cx="8686800" cy="36576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Schema Builder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Database Schema Generation for Backend Engineers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API (Free Tier)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|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64592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Time-Consuming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designing schemas for every table is slow and error-prone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31920" cy="164592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Missed Relations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536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 are often overlooked during early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3931920" cy="164592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35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Poor Documentation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456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docs are rarely kept in sync with actual database 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3931920" cy="164592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035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Rework Cycles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3456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 mid-project cause expensive refactoring cascades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Schema Builder combines your domain knowledge with Gemini AI to generate production-ready database schemas in seconds — not hours.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280160" cy="128016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438912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828800"/>
            <a:ext cx="1280160" cy="1280160"/>
          </a:xfrm>
          <a:prstGeom prst="ellipse">
            <a:avLst/>
          </a:prstGeom>
          <a:solidFill>
            <a:srgbClr val="2E9CC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01952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2468880"/>
            <a:ext cx="438912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1828800"/>
            <a:ext cx="1280160" cy="128016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21024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92624" y="2468880"/>
            <a:ext cx="438912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536" y="1828800"/>
            <a:ext cx="1280160" cy="12801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40096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References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1696" y="2468880"/>
            <a:ext cx="438912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608" y="1828800"/>
            <a:ext cx="1280160" cy="128016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59168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JSON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123444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2344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AI-Powered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columns, types, constraints, and indexes based on your table 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3931920" cy="123444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14400"/>
            <a:ext cx="54864" cy="12344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87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Interactive ERD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entity-relationship diagram updates as you add tables and accept FK relationships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3931920" cy="123444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31720"/>
            <a:ext cx="54864" cy="12344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04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Smart Reference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suggests foreign key links across all tables in your project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331720"/>
            <a:ext cx="3931920" cy="123444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331720"/>
            <a:ext cx="54864" cy="12344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404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Multi-Format Export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SQL DDL, JSON schema, or Markdown documentation for your team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3931920" cy="123444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49040"/>
            <a:ext cx="54864" cy="12344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API Key Mgmt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of your Anthropic API keys — never shared, never logged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749040"/>
            <a:ext cx="3931920" cy="123444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749040"/>
            <a:ext cx="54864" cy="12344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Schema Versioning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regeneration creates a snapshot — roll back or compare versions anytime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24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051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TailwindCSS + React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84124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01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REST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68880"/>
            <a:ext cx="73152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(Free)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(gemini-2.5-flash)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55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Projects, Tables, Schemas, Versions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2336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| AWS ECS / GCP Cloud Run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84048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Project Name &amp; RDBMS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All existing table names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76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Table descriptions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60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Desired column types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Relationship hints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Response format: JSON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834640"/>
            <a:ext cx="640080" cy="0"/>
          </a:xfrm>
          <a:prstGeom prst="line">
            <a:avLst/>
          </a:prstGeom>
          <a:noFill/>
          <a:ln w="25400">
            <a:solidFill>
              <a:srgbClr val="2E9C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914400"/>
            <a:ext cx="3840480" cy="3840480"/>
          </a:xfrm>
          <a:prstGeom prst="rect">
            <a:avLst/>
          </a:prstGeom>
          <a:solidFill>
            <a:srgbClr val="F5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"columns": [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892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"name": "id",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2768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"UUID",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6609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"primaryKey": true },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044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"name": "email",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"VARCHAR(255)" 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813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1D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"indexes": [...] 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4904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local dev with hot-reload, local Postgres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4688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8163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GCP Cloud Run — mirrors production, CI/CD validated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79476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142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(EKS/GKE) — autoscaling, managed DB, CDN-fronted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Pipeline: GitHub Actions → Docker Build → Registry Push → ECS/K8s Deploy → Health Check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93192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5669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Auth +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 CRUD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Schema Gen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 Export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743200" cy="393192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14400"/>
            <a:ext cx="2743200" cy="566928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Relations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FK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ERD Visualization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 Versioning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JSON Export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F0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914400"/>
            <a:ext cx="2743200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969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Teams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Multi-user Projects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 API Keys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Activity Logs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114800"/>
            <a:ext cx="8686800" cy="36576"/>
          </a:xfrm>
          <a:prstGeom prst="rect">
            <a:avLst/>
          </a:prstGeom>
          <a:solidFill>
            <a:srgbClr val="2E9CC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Smarter.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Schema Builder — reducing schema design time by 80%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github.com/your-org/ai-schema-builder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Schema Builder</dc:title>
  <dc:subject>PptxGenJS Presentation</dc:subject>
  <dc:creator>Engineering Team</dc:creator>
  <cp:lastModifiedBy>Engineering Team</cp:lastModifiedBy>
  <cp:revision>1</cp:revision>
  <dcterms:created xsi:type="dcterms:W3CDTF">2026-05-13T08:10:23Z</dcterms:created>
  <dcterms:modified xsi:type="dcterms:W3CDTF">2026-05-13T08:10:23Z</dcterms:modified>
</cp:coreProperties>
</file>